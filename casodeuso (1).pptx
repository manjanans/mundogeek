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93D61-17A3-0053-1D36-8CB3CB74D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BC7DD7-4E9E-877D-9312-BEEFB3510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4E0366-1D9F-5EDB-4533-722EBE31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0B6FC5-287A-FD4F-90C8-E4E27756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25560D-0727-3B7B-2BCE-071E9A0D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432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31768-FB96-9D26-9CAB-641AC2C6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4E5070-BBC2-7B76-BAF3-17D6717F5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4E961C-6346-B654-7460-3204E10E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959D82-BEE7-DB98-089C-AE3FF900C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F93F39-210F-B1CE-E312-3B34FA22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988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2819F-EA15-E072-EBBE-7F0180D9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D14174-CDF2-9011-1FC7-019B053FA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E120BE-4CFB-127D-8FE7-709487C2F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61A65B-3B5E-FDB8-0071-BA2F5EDA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4943CC-4097-CA4A-7FA0-665B6AC9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422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E3196-980E-B0F9-CCF8-FF606870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51607B-5FEE-5A67-33F1-F6D0CC87D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275495-C192-EAE5-BA2C-90CBFCF25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5B106B-B04D-67F0-A80D-2C63FB2B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EAF09-1606-9DA1-A649-27ED7469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332031-AC99-C0A7-D892-1F5997F5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435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4DE8B-2DCE-8475-64DD-17253F7C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FBD075-2774-17F2-5A1C-0BB10D8C5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530EAD-02D5-B2D3-D4DD-614A32203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49D1282-87B6-A737-0896-2F392CDC1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90B59B0-18D3-6E95-6FB0-F483C7E49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4D5D24-CB12-6CB3-FEC6-C80DD275E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097A20-3095-DA1E-6DE9-1F891162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FFD055-E437-5640-A52A-CEB7BED0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9114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ACFF1-82E4-D911-7087-D0301126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BCDD66-1A2B-0853-C499-F1C746E77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FF323D2-D1A1-5335-C281-EE3B7CD0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733829-97B4-9649-51D0-840193810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4467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7F3699-F211-EE18-896D-2FDA490E4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CCA90D-5EE8-13A3-71A0-D73888E0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278D72-65EB-F34A-5C86-E0CE0B165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47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B9203-9557-E184-0FF5-17CB3268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B48DBE-E9A8-AA3F-4659-9FCA46A2F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1F21243-1AE9-172A-FDFD-E14234486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31E719-6B86-0021-7738-9E7A92C4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1C3741-AD57-5722-CB2F-BB98E327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3C2157-765A-516D-DA49-AECCE322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862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5EA05-750F-FA03-83A6-3F8C2768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4DF0657-656F-B851-1101-DC81F4484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B0C00C-4026-1931-BE8D-085A13D02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3ABB8B-3F19-FD58-5504-61136F1F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FE3E6B-D46A-27BF-FFF8-9DC51319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9A0734-87AA-CA43-1E8A-6E0D407A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DD27D-D554-FF5A-851A-2C857ECF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6250B6-1E15-F64D-E64A-2B89CE869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4A065B-F96D-DAB2-D7F3-FFFAE618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CF4B3D-7633-E5CB-8A6A-5A79988C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CDE63-4D60-C261-3E6D-F72EBDA0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9155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8F35B6-A4FD-B6C0-2B04-0C063E537F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88C607-FFC4-6553-A5BF-939F21582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30DDA4-4469-BBAE-951F-232BEC05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13503-ACE8-A454-F626-D8EEECD9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351F2D-B2FD-57D6-C7D2-E9DAB7381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436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592136-631F-D2CA-CC44-5292AAD5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0CB4F5-F4F4-0FA4-FB19-21D484F2D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55646-7720-F978-DA51-CF39E8015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05F31-750C-46D5-A337-3F90E43BF3E3}" type="datetimeFigureOut">
              <a:rPr lang="es-CL" smtClean="0"/>
              <a:t>04-04-2023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4F50EF-6BF4-A226-840F-F942EB8A3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EEDDF0-6409-D050-13C7-3C6B59601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FA6A9-D149-4DEE-BA58-8F6F55FF1F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040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92184A-F4C2-48E0-A411-38E47B965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72300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6A51CC-AD44-4A73-8E83-83D56502650A}"/>
              </a:ext>
            </a:extLst>
          </p:cNvPr>
          <p:cNvSpPr txBox="1"/>
          <p:nvPr/>
        </p:nvSpPr>
        <p:spPr>
          <a:xfrm>
            <a:off x="3378200" y="1092200"/>
            <a:ext cx="6565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dirty="0"/>
              <a:t>Mundo Geek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46343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85ABCD3-CF96-A3DF-D9C9-16C046F69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52" y="0"/>
            <a:ext cx="112088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0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35E38D-59EA-9E9C-C261-D6B8AF5B4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Excepciones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E2A42E-CA2F-AE73-4885-7F1C4390C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Si la información de pago no es valida, el sistema de comercio electrónico mostrara un mensaje de error y pedirá al usuario que proporcione información de pago valida.</a:t>
            </a:r>
          </a:p>
          <a:p>
            <a:r>
              <a:rPr lang="es-CL" dirty="0"/>
              <a:t>Si el producto seleccionado está agotado, el sistema informará al usuario y ofrecerá productos similares cómo </a:t>
            </a:r>
            <a:r>
              <a:rPr lang="es-CL"/>
              <a:t>alternativa.</a:t>
            </a:r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71839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</Words>
  <Application>Microsoft Office PowerPoint</Application>
  <PresentationFormat>Panorámica</PresentationFormat>
  <Paragraphs>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Excepciones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REINALDO ALEJANDRO BARRIA CARDENAS</dc:creator>
  <cp:lastModifiedBy>PC_AVANZ_PCX</cp:lastModifiedBy>
  <cp:revision>3</cp:revision>
  <dcterms:created xsi:type="dcterms:W3CDTF">2023-04-04T14:43:29Z</dcterms:created>
  <dcterms:modified xsi:type="dcterms:W3CDTF">2023-04-04T16:17:19Z</dcterms:modified>
</cp:coreProperties>
</file>