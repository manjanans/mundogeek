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7/9/2023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0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1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9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9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4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2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6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0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4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1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1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5"/>
            <a:ext cx="1133856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7" name="Rectangle 3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6928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2461B5-8C11-4576-FA67-5DB13D971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995" y="1247775"/>
            <a:ext cx="4225477" cy="3449638"/>
          </a:xfrm>
        </p:spPr>
        <p:txBody>
          <a:bodyPr>
            <a:normAutofit/>
          </a:bodyPr>
          <a:lstStyle/>
          <a:p>
            <a:r>
              <a:rPr lang="es-CL"/>
              <a:t>Mundo</a:t>
            </a:r>
            <a:br>
              <a:rPr lang="es-CL"/>
            </a:br>
            <a:r>
              <a:rPr lang="es-CL"/>
              <a:t>Geek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35DC82-3535-1F92-C23D-F34D494B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995" y="4818063"/>
            <a:ext cx="4225477" cy="12684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CL"/>
              <a:t>Integrantes: Cristian Mansilla, José Román, Reinaldo Barría.</a:t>
            </a:r>
          </a:p>
        </p:txBody>
      </p:sp>
      <p:pic>
        <p:nvPicPr>
          <p:cNvPr id="6" name="Imagen 5" descr="Icono, Círculo&#10;&#10;Descripción generada automáticamente">
            <a:extLst>
              <a:ext uri="{FF2B5EF4-FFF2-40B4-BE49-F238E27FC236}">
                <a16:creationId xmlns:a16="http://schemas.microsoft.com/office/drawing/2014/main" id="{CB1CE65A-7686-F59D-0596-750D58B3E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490" y="1375495"/>
            <a:ext cx="4588577" cy="458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0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3FE73-F882-8754-38C9-ECD277C6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3"/>
            <a:ext cx="9486690" cy="1011128"/>
          </a:xfrm>
        </p:spPr>
        <p:txBody>
          <a:bodyPr/>
          <a:lstStyle/>
          <a:p>
            <a:r>
              <a:rPr lang="es-CL" dirty="0"/>
              <a:t>Problemática 😿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75B91-A1EF-3DD8-E299-EF0CA9A98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11" y="1630392"/>
            <a:ext cx="9633788" cy="4455776"/>
          </a:xfrm>
        </p:spPr>
        <p:txBody>
          <a:bodyPr>
            <a:normAutofit lnSpcReduction="10000"/>
          </a:bodyPr>
          <a:lstStyle/>
          <a:p>
            <a:r>
              <a:rPr lang="es-MX" dirty="0"/>
              <a:t>El local de ventas de videojuegos y artículos “Mundo </a:t>
            </a:r>
            <a:r>
              <a:rPr lang="es-MX" dirty="0" err="1"/>
              <a:t>Geek</a:t>
            </a:r>
            <a:r>
              <a:rPr lang="es-MX" dirty="0"/>
              <a:t>” no tiene una presencia en línea. Al no tener una página web, el local enfrenta varios problemas:</a:t>
            </a:r>
          </a:p>
          <a:p>
            <a:r>
              <a:rPr lang="es-MX" dirty="0">
                <a:solidFill>
                  <a:schemeClr val="accent2"/>
                </a:solidFill>
              </a:rPr>
              <a:t>Visibilidad limitada</a:t>
            </a:r>
            <a:r>
              <a:rPr lang="es-MX" dirty="0"/>
              <a:t>: Al no tener una presencia en línea, el local se pierde la oportunidad de llegar a un público más amplio.</a:t>
            </a:r>
          </a:p>
          <a:p>
            <a:r>
              <a:rPr lang="es-MX" dirty="0">
                <a:solidFill>
                  <a:schemeClr val="accent2"/>
                </a:solidFill>
              </a:rPr>
              <a:t>Falta de información y actualizaciones</a:t>
            </a:r>
            <a:r>
              <a:rPr lang="es-MX" dirty="0"/>
              <a:t>: Sin una página web, el local no puede proporcionar información actualizada sobre nuevos lanzamientos de nuevos productos.</a:t>
            </a:r>
          </a:p>
          <a:p>
            <a:r>
              <a:rPr lang="es-MX" dirty="0">
                <a:solidFill>
                  <a:schemeClr val="accent2"/>
                </a:solidFill>
              </a:rPr>
              <a:t>Perdida de ventas potenciales</a:t>
            </a:r>
            <a:r>
              <a:rPr lang="es-MX" dirty="0"/>
              <a:t>: Al no tener una plataforma de comercio electrónico, el local pierde la oportunidad de realizar ventas en línea las 24 horas del día.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1034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EE4809-E623-3FF5-4573-0DADE487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9057" y="4320541"/>
            <a:ext cx="8393008" cy="11795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Solución</a:t>
            </a:r>
            <a:endParaRPr lang="en-U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EAC531-2828-4E51-380A-D6DE5D4BB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9057" y="5452281"/>
            <a:ext cx="8395223" cy="6872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dirty="0"/>
              <a:t>Una </a:t>
            </a:r>
            <a:r>
              <a:rPr lang="en-US" sz="2400" dirty="0" err="1"/>
              <a:t>página</a:t>
            </a:r>
            <a:r>
              <a:rPr lang="en-US" sz="2400" dirty="0"/>
              <a:t> web de </a:t>
            </a:r>
            <a:r>
              <a:rPr lang="en-US" sz="2400" dirty="0" err="1"/>
              <a:t>ventas</a:t>
            </a:r>
            <a:r>
              <a:rPr lang="en-US" sz="2400" dirty="0"/>
              <a:t> para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negocio</a:t>
            </a:r>
            <a:r>
              <a:rPr lang="en-US" sz="2400" dirty="0"/>
              <a:t>.</a:t>
            </a:r>
            <a:r>
              <a:rPr lang="es-CL" sz="2400" dirty="0"/>
              <a:t>😎</a:t>
            </a:r>
            <a:endParaRPr lang="en-U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E41FB9-E4F2-4497-EEF4-C52154273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6" y="1169020"/>
            <a:ext cx="4715488" cy="26524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538097-1FA1-55ED-EEBC-B6ACBFC22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787" y="1169020"/>
            <a:ext cx="4715488" cy="265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4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65153"/>
            <a:ext cx="5106593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3788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632CD1-FB35-39B7-F45C-F7978ECF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214" y="287760"/>
            <a:ext cx="8664185" cy="17180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Tecnologías utilizadas</a:t>
            </a:r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658C365C-A458-7B5E-8969-D91EBC1677F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068" y="4083789"/>
            <a:ext cx="1624943" cy="2288653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75BDAED1-E581-3C98-D055-655994949AB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967" y="4368143"/>
            <a:ext cx="1838224" cy="1838224"/>
          </a:xfrm>
          <a:prstGeom prst="rect">
            <a:avLst/>
          </a:prstGeom>
        </p:spPr>
      </p:pic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17316D23-1B12-0D3D-4705-2999649CD68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613" y="1543633"/>
            <a:ext cx="2054599" cy="2054599"/>
          </a:xfrm>
          <a:prstGeom prst="rect">
            <a:avLst/>
          </a:prstGeom>
        </p:spPr>
      </p:pic>
      <p:pic>
        <p:nvPicPr>
          <p:cNvPr id="12" name="Imagen 11" descr="Logotipo&#10;&#10;Descripción generada automáticamente">
            <a:extLst>
              <a:ext uri="{FF2B5EF4-FFF2-40B4-BE49-F238E27FC236}">
                <a16:creationId xmlns:a16="http://schemas.microsoft.com/office/drawing/2014/main" id="{C1B75A19-4E25-88B7-FACB-85B378FC0F6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10" y="1711921"/>
            <a:ext cx="2154260" cy="1718021"/>
          </a:xfrm>
          <a:prstGeom prst="rect">
            <a:avLst/>
          </a:prstGeom>
        </p:spPr>
      </p:pic>
      <p:pic>
        <p:nvPicPr>
          <p:cNvPr id="14" name="Imagen 13" descr="Logotipo&#10;&#10;Descripción generada automáticamente">
            <a:extLst>
              <a:ext uri="{FF2B5EF4-FFF2-40B4-BE49-F238E27FC236}">
                <a16:creationId xmlns:a16="http://schemas.microsoft.com/office/drawing/2014/main" id="{5F586EA2-5D86-8DBD-FD65-BD7A9DA628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316" y="1171315"/>
            <a:ext cx="3453527" cy="2919435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4E50DFB1-2BF0-0115-217F-2A6FE821317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627" y="4052354"/>
            <a:ext cx="3983771" cy="248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2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360B8-6BB8-3EA6-F077-2BA4091A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418" y="319177"/>
            <a:ext cx="8520981" cy="1242204"/>
          </a:xfrm>
        </p:spPr>
        <p:txBody>
          <a:bodyPr/>
          <a:lstStyle/>
          <a:p>
            <a:r>
              <a:rPr lang="es-MX" dirty="0"/>
              <a:t>¡Ahora con administración!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01700D-1160-1645-3A5D-064384445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1863307"/>
            <a:ext cx="9486690" cy="4222861"/>
          </a:xfrm>
        </p:spPr>
        <p:txBody>
          <a:bodyPr/>
          <a:lstStyle/>
          <a:p>
            <a:r>
              <a:rPr lang="es-MX" dirty="0"/>
              <a:t>Actualmente la </a:t>
            </a:r>
            <a:r>
              <a:rPr lang="es-MX" dirty="0" smtClean="0"/>
              <a:t>página </a:t>
            </a:r>
            <a:r>
              <a:rPr lang="es-MX" dirty="0"/>
              <a:t>cuenta con un </a:t>
            </a:r>
            <a:r>
              <a:rPr lang="es-MX" dirty="0" smtClean="0"/>
              <a:t>link </a:t>
            </a:r>
            <a:r>
              <a:rPr lang="es-MX" dirty="0"/>
              <a:t>para ingresar al sitio de </a:t>
            </a:r>
            <a:r>
              <a:rPr lang="es-MX" dirty="0" smtClean="0"/>
              <a:t>administración:</a:t>
            </a:r>
            <a:endParaRPr lang="es-CL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B126E46-457A-5BB4-0359-43D88EADE3F4}"/>
              </a:ext>
            </a:extLst>
          </p:cNvPr>
          <p:cNvSpPr txBox="1">
            <a:spLocks/>
          </p:cNvSpPr>
          <p:nvPr/>
        </p:nvSpPr>
        <p:spPr>
          <a:xfrm>
            <a:off x="2856780" y="5561394"/>
            <a:ext cx="6478439" cy="10495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/>
              <a:t>Link repositorio: https://github.com/Manjanans/MundoGeek.git</a:t>
            </a:r>
            <a:endParaRPr lang="es-CL" sz="2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982" y="3091332"/>
            <a:ext cx="9161417" cy="216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78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E1E2D-12C7-0A84-EB5B-E34D35C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354" y="455363"/>
            <a:ext cx="9220045" cy="1157778"/>
          </a:xfrm>
        </p:spPr>
        <p:txBody>
          <a:bodyPr>
            <a:normAutofit/>
          </a:bodyPr>
          <a:lstStyle/>
          <a:p>
            <a:pPr algn="ctr"/>
            <a:r>
              <a:rPr lang="es-MX" dirty="0" smtClean="0"/>
              <a:t>¡Inicio de Sesión!</a:t>
            </a:r>
            <a:endParaRPr lang="es-C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754" y="2177434"/>
            <a:ext cx="9327244" cy="264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E1E2D-12C7-0A84-EB5B-E34D35CA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354" y="455363"/>
            <a:ext cx="9220045" cy="1157778"/>
          </a:xfrm>
        </p:spPr>
        <p:txBody>
          <a:bodyPr>
            <a:normAutofit fontScale="90000"/>
          </a:bodyPr>
          <a:lstStyle/>
          <a:p>
            <a:r>
              <a:rPr lang="es-MX" dirty="0"/>
              <a:t>¡Nos aparecerá la siguiente página!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10" y="2160016"/>
            <a:ext cx="9605050" cy="392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9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B4F1F-380F-225F-2027-7E84B9CF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117" y="267419"/>
            <a:ext cx="9400875" cy="1319841"/>
          </a:xfrm>
        </p:spPr>
        <p:txBody>
          <a:bodyPr>
            <a:noAutofit/>
          </a:bodyPr>
          <a:lstStyle/>
          <a:p>
            <a:r>
              <a:rPr lang="es-MX" sz="2800" dirty="0"/>
              <a:t>Si hacemos click a mostrar listado nos aparecerá la siguiente página, donde podremos editar y eliminar productos 😎.  </a:t>
            </a:r>
            <a:endParaRPr lang="es-CL" sz="2800" dirty="0"/>
          </a:p>
        </p:txBody>
      </p:sp>
      <p:pic>
        <p:nvPicPr>
          <p:cNvPr id="5" name="Marcador de contenido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F872704B-242C-7830-0D3E-1135816A5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35" y="1878456"/>
            <a:ext cx="7593329" cy="4156261"/>
          </a:xfrm>
        </p:spPr>
      </p:pic>
    </p:spTree>
    <p:extLst>
      <p:ext uri="{BB962C8B-B14F-4D97-AF65-F5344CB8AC3E}">
        <p14:creationId xmlns:p14="http://schemas.microsoft.com/office/powerpoint/2010/main" val="2019760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09097-1C2D-EE17-5B89-0E2E7165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724" y="419100"/>
            <a:ext cx="9083675" cy="1209675"/>
          </a:xfrm>
        </p:spPr>
        <p:txBody>
          <a:bodyPr>
            <a:normAutofit/>
          </a:bodyPr>
          <a:lstStyle/>
          <a:p>
            <a:r>
              <a:rPr lang="es-MX" sz="3200" dirty="0"/>
              <a:t>Y si hacemos click en agregar podremos agregar nuevos productos 🤯.</a:t>
            </a:r>
            <a:endParaRPr lang="es-CL" sz="3200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ED28B9E1-2329-43AE-A875-F2821F9F0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4399" y="1889324"/>
            <a:ext cx="7563202" cy="4254302"/>
          </a:xfrm>
        </p:spPr>
      </p:pic>
    </p:spTree>
    <p:extLst>
      <p:ext uri="{BB962C8B-B14F-4D97-AF65-F5344CB8AC3E}">
        <p14:creationId xmlns:p14="http://schemas.microsoft.com/office/powerpoint/2010/main" val="323347331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208</Words>
  <Application>Microsoft Office PowerPoint</Application>
  <PresentationFormat>Panorámica</PresentationFormat>
  <Paragraphs>17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InterweaveVTI</vt:lpstr>
      <vt:lpstr>Mundo Geek</vt:lpstr>
      <vt:lpstr>Problemática 😿</vt:lpstr>
      <vt:lpstr>Solución</vt:lpstr>
      <vt:lpstr>Tecnologías utilizadas</vt:lpstr>
      <vt:lpstr>¡Ahora con administración!</vt:lpstr>
      <vt:lpstr>¡Inicio de Sesión!</vt:lpstr>
      <vt:lpstr>¡Nos aparecerá la siguiente página!</vt:lpstr>
      <vt:lpstr>Si hacemos click a mostrar listado nos aparecerá la siguiente página, donde podremos editar y eliminar productos 😎.  </vt:lpstr>
      <vt:lpstr>Y si hacemos click en agregar podremos agregar nuevos productos 🤯.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Mundo Geek</dc:title>
  <dc:creator>REINALDO ALEJANDRO BARRIA CARDENAS</dc:creator>
  <cp:lastModifiedBy>Jose Luis Roman Riffo</cp:lastModifiedBy>
  <cp:revision>10</cp:revision>
  <dcterms:created xsi:type="dcterms:W3CDTF">2023-05-15T20:02:34Z</dcterms:created>
  <dcterms:modified xsi:type="dcterms:W3CDTF">2023-07-09T20:37:34Z</dcterms:modified>
</cp:coreProperties>
</file>